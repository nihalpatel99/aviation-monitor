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27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Aviation Safety Analysis System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Damage • Ensuring Safety • Saving Lives</a:t>
            </a:r>
            <a:endParaRPr lang="en-US" sz="1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7CF5F0A-37CD-D1E5-EB15-A38E3C2A0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351FD2-2E58-9558-D5BC-0862717D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933" y="244681"/>
            <a:ext cx="2818559" cy="28185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Overview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system that analyzes aircraft videos during landing, takeoff, and taxi operations to detect safety issues, structural damage, and operational anomalies in real-time.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774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Detection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80160" y="2606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structural damage to wings, fuselage, engines, and landing gear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Recognition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280160" y="3383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birds, vehicles, FOD, and proximity issues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319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Analysis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28016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speed, angle, configuration, and operational parameters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Capabilities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Damage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damage &amp; deformation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Fuselage cracks or holes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cowling damage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gear issues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panels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leaks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Hazards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strikes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vehicles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object debris (FOD)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proximity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equipment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Anomalies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landings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angles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issues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touchdown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errors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Brake/spoiler problems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Indicators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or smoke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failure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dumping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Safety Grading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issues detected - aircraft safe for operation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91440" cy="7315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CAUTION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issues requiring inspection before next flight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REPAIR NEEDED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requiring repair before next operation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9144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🛑  IMMEDIATE GROUNDING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safety issue - aircraft must be grounded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Video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aircraft video (landing/takeoff/taxi)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71800" y="1737360"/>
            <a:ext cx="274320" cy="1371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146304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463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Extraction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832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extracts key frames for analysis (10-30 frames)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1737360"/>
            <a:ext cx="274320" cy="1371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17920" y="1280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355080" y="146304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355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4630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6092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 analyzes frames for issues &amp; anomalies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74320" y="29718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274320" y="297180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11480" y="315468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114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73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1148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aircraft type, airline, registration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971800" y="3429000"/>
            <a:ext cx="274320" cy="1371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246120" y="29718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246120" y="297180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3383280" y="315468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3832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15468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3891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Assessment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338328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safety analysis &amp; grading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943600" y="3429000"/>
            <a:ext cx="274320" cy="1371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6217920" y="29718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6217920" y="297180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6355080" y="315468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6355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154680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3609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635508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report with findings &amp;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solidFill>
            <a:srgbClr val="FF4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261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solidFill>
            <a:srgbClr val="10A37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Vision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solidFill>
            <a:srgbClr val="1C3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solidFill>
            <a:srgbClr val="5C3E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3730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93192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480560"/>
            <a:ext cx="6400800" cy="548640"/>
          </a:xfrm>
          <a:prstGeom prst="rect">
            <a:avLst/>
          </a:prstGeom>
          <a:solidFill>
            <a:srgbClr val="D32F2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4553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75488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Benefits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videos in minutes with progress tracking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280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66160" y="141732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661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GPT-4 Vision technology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280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Focused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22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Aviation-specific damage detection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46888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697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Reports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PDF documentation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383280" y="246888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566160" y="260604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697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062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Grading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356616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safety assessments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309360" y="246888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6974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323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analysis depth &amp; detail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 &amp; Applications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46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0561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61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378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Post-Flight Safety Checks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847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inspection after every landing to detect any damage or anomalies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504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7419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7419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7236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9705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 of hard landings, bird strikes, or unusual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62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4277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4277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4094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Education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6563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aviation students to recognize safety issues and proper procedures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220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1135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1135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0952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Monitoring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3421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across multiple aircraft for safety trends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78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37993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7993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7810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0279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issues to schedule preventive maintenance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9369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44851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4851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44668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47137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for aviation authorities and safety audits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&amp; Access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Platforms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95421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with auto-deployment from GitHub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4832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284901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OpenAI API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 aircraft video (MP4, MOV, AVI)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'Analyze Aircraft Safety'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comprehensive PDF report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Ensuring Aviation Safety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AI-Powered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Grades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576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Types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3566160"/>
            <a:ext cx="21619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2min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59436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• Not a Replacement for Qualified Inspectors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476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Aviation Safety Analysis System</dc:title>
  <dc:subject>PptxGenJS Presentation</dc:subject>
  <dc:creator>Aircraft Safety Monitor</dc:creator>
  <cp:lastModifiedBy>nihal patel</cp:lastModifiedBy>
  <cp:revision>2</cp:revision>
  <dcterms:created xsi:type="dcterms:W3CDTF">2026-02-07T14:56:11Z</dcterms:created>
  <dcterms:modified xsi:type="dcterms:W3CDTF">2026-02-07T15:39:13Z</dcterms:modified>
</cp:coreProperties>
</file>